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传统开发 (确定性)</c:v>
                </c:pt>
              </c:strCache>
            </c:strRef>
          </c:tx>
          <c:spPr>
            <a:solidFill>
              <a:srgbClr val="4755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8FA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逻辑</c:v>
                  </c:pt>
                  <c:pt idx="1">
                    <c:v>输出</c:v>
                  </c:pt>
                  <c:pt idx="2">
                    <c:v>边界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</c:v>
                </c:pt>
                <c:pt idx="1">
                  <c:v>90</c:v>
                </c:pt>
                <c:pt idx="2">
                  <c:v>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裸跑 AI (高波动)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8FA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逻辑</c:v>
                  </c:pt>
                  <c:pt idx="1">
                    <c:v>输出</c:v>
                  </c:pt>
                  <c:pt idx="2">
                    <c:v>边界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45</c:v>
                </c:pt>
                <c:pt idx="1">
                  <c:v>60</c:v>
                </c:pt>
                <c:pt idx="2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8FA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8FAF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裸跑阶段</c:v>
                </c:pt>
              </c:strCache>
            </c:strRef>
          </c:tx>
          <c:spPr>
            <a:solidFill>
              <a:srgbClr val="EF4444"/>
            </a:solidFill>
            <a:ln w="3810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45</c:v>
                </c:pt>
                <c:pt idx="2">
                  <c:v>44</c:v>
                </c:pt>
                <c:pt idx="3">
                  <c:v>48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赋能阶段 (SDD+Harness)</c:v>
                </c:pt>
              </c:strCache>
            </c:strRef>
          </c:tx>
          <c:spPr>
            <a:solidFill>
              <a:srgbClr val="10B981"/>
            </a:solidFill>
            <a:ln w="3810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68</c:v>
                </c:pt>
                <c:pt idx="1">
                  <c:v>79</c:v>
                </c:pt>
                <c:pt idx="2">
                  <c:v>86</c:v>
                </c:pt>
                <c:pt idx="3">
                  <c:v>91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8FAF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828800"/>
            <a:ext cx="5486400" cy="548640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原生研发范式：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SDD 与 Harness 的工程落地与实证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18288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HiveMind 架构团队 · 2026版白皮书精要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行业背景与核心冲突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50800" dir="162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“概率生成”的黑盒陷阱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代码幻觉 (Hallucination): AI 经常发明不存在的 API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意图偏移: 需求稍微复杂就会彻底偏离原意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安全绕过: AI 为了交差会故意注释掉鉴权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50800" dir="162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传统开发 vs AI 驱动</a:t>
            </a:r>
            <a:endParaRPr lang="en-US" sz="16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937760" y="1554480"/>
          <a:ext cx="36576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两翼齐飞的治理结构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50800" dir="162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【左】SDD (规范驱动设计)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前置拦截器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组件清单 (Registry): 强制复用现有模块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环境约束: 显式注入目录树与分层原则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强交互契约: Code Contracts 取代自然语言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2743200"/>
            <a:ext cx="365760" cy="914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371600"/>
            <a:ext cx="393192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50800" dir="162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【右】Evaluation Harness (评测鞍具)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92024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后置熔断器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隔离沙箱: 自动运行并捕获死循环、锁表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MultiGrader: 裁判模型严查 assert 质量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Watchdog: 拦截单次超过预算的算力狂奔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核心治理实证数据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50800" dir="162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B981"/>
                </a:solidFill>
              </a:rPr>
              <a:t>80.5%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任务一次通过率(Pass@1)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56032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50800" dir="162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3716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B981"/>
                </a:solidFill>
              </a:rPr>
              <a:t>&lt; 0.5%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29184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核心功能代码复写率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188720"/>
            <a:ext cx="256032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50800" dir="162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3716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B981"/>
                </a:solidFill>
              </a:rPr>
              <a:t>1.8min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12648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平均沙箱反馈延迟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822960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50800" dir="162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28346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代码合并可信度演进趋势 (月度)</a:t>
            </a:r>
            <a:endParaRPr lang="en-US" sz="16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48640" y="3108960"/>
          <a:ext cx="804672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实战深度拆解：违规调用与自动化拦截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50800" dir="162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 案例：逃避架构的分层穿透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474720" cy="1645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4592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sqlite3 # ❌ API层违规直连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delete_kb(kb_id):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AI 暴力物理硬删，留存OSS孤儿大文件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conn.execute('DELETE FROM ...')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危害：绕过事务、污染Redis缓存、泄露OSS存储。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50800" dir="162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治理：前置强制约束与依赖注入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0" y="1554480"/>
            <a:ext cx="3474720" cy="1645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164592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FF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app.services.kb_service import ...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FF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delete_kb(service: KbService):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FF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✅ 自动触发完整生命周期清理流程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FF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service.secure_delete(kb_id)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32918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成果：核心业务零泄露，代码精简80%且完全继承现有容错机制。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工程师的 12 军规 · 核心精选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50800" dir="162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混沌测试封死作弊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 Hypothesis 灌入随机边界，断绝 AI 写死返回值硬凑单测。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50800" dir="162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引入双 Agent 对抗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920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苛刻的 Critic 人设审查 Actor 代码，消灭谄媚陷阱。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402336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50800" dir="162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Schema 强绑定生成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Pydantic 自动生成 TS 类型，杜绝前后端字段拼写竞猜。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3017520"/>
            <a:ext cx="402336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50800" dir="162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汉堡包 Prompt 结构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35661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头部与底部双向强调纪律，中间夹层Few-Shot代码样本。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36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拥抱 AI 时代的工程纪律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0" y="2560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与其期盼更聪明的模型，不如构建更安全的铁笼。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4114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800" kern="0" dirty="0">
                <a:solidFill>
                  <a:srgbClr val="C7D2FE"/>
                </a:solidFill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Native SDD and Harness Whitepaper Presentation</dc:title>
  <dc:subject>PptxGenJS Presentation</dc:subject>
  <dc:creator>Antigravity</dc:creator>
  <cp:lastModifiedBy>Antigravity</cp:lastModifiedBy>
  <cp:revision>1</cp:revision>
  <dcterms:created xsi:type="dcterms:W3CDTF">2026-05-12T08:48:34Z</dcterms:created>
  <dcterms:modified xsi:type="dcterms:W3CDTF">2026-05-12T08:48:34Z</dcterms:modified>
</cp:coreProperties>
</file>